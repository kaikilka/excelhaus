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irbnb.com/s/Bairro-Alto--Lisbon--Portugal/homes?checkin=2025-10-30&amp;checkout=2025-11-02&amp;adults=4&amp;min_bedrooms=2&amp;room_types%5B%5D=Entire+home%2Fapt" TargetMode="External"/><Relationship Id="rId4" Type="http://schemas.openxmlformats.org/officeDocument/2006/relationships/hyperlink" Target="https://www.airbnb.com/s/Chiado--Lisbon--Portugal/homes?checkin=2025-10-30&amp;checkout=2025-11-02&amp;adults=4&amp;min_bedrooms=2&amp;room_types%5B%5D=Entire+home%2Fapt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irbnb.com/s/Sofia--Bulgaria/homes?checkin=2025-10-30&amp;checkout=2025-11-02&amp;adults=4&amp;min_bedrooms=2&amp;room_types%5B%5D=Entire+home%2Fapt" TargetMode="External"/><Relationship Id="rId4" Type="http://schemas.openxmlformats.org/officeDocument/2006/relationships/hyperlink" Target="https://www.airbnb.com/s/Studentski-Grad--Sofia--Bulgaria/homes?checkin=2025-10-30&amp;checkout=2025-11-02&amp;adults=4&amp;min_bedrooms=2&amp;room_types%5B%5D=Entire+home%2Fapt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xcelhaus/halloween_trip/titl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59436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🎃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HALLOWEEN-TRIP 2025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2542032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30. Okt. – 2. Nov.  ·  4 Jungs  ·  Europäische Hauptstadt  ·  Halloween-Nacht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828800" y="3246120"/>
            <a:ext cx="8531352" cy="548640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28800" y="324612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Bereits bereist:   ✓ Riga   ✓ Athen   ✓ Tirana   ✓ Belgrad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 ZIELE STEHEN FEST — ES GEHT LOS!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1984248" y="4709160"/>
            <a:ext cx="3840480" cy="68580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84248" y="470916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LISSABON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6099048" y="4709160"/>
            <a:ext cx="3840480" cy="68580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99048" y="470916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SOFIA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0" y="571500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Ziele: Direktflug ab DUS  ·  Lissabon 17–22°C · Sofia 10–14°C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REISEZIEL 1 — LISSABON, PORTUGAL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Nachtleben-Hauptstadt des Atlantiks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· Pink Street · Alfama Fado · Castelo de São Jorge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3h 10m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 DUS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 – €3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Pint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17–22°C ☀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 Oktober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ca.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~€735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Weltklasse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Ab Flughafen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Nur DUS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(Eurowings/TAP)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Lissabon punktet mit warmem Atlantik-Charme und einer der günstigsten, lebendigsten Nachtlebensszenen Europas. Bairro Alto explodiert ab Mitternacht mit 200+ Bars. Pink-Street-Clubs laufen bis in den Morgen. Die Stadt feiert Halloween ausgiebig — Kneipentour, Kostümparties und Mega-Club-Events. Ende Oktober: T-Shirt-Wetter garantiert.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FLÜGE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HINFLUG: Deutschland → LIS (Lissabon)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Empfohlen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 morgens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Frühabflug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Vorabend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 Okt. 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 Portugal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10m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€150–180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€600–720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71246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RÜCKFLUG: LIS (Lissabon) → Deutschland (2. Nov.)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050792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EW9603 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 → DUS  /  2. Nov.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21:50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50m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5010912"/>
            <a:ext cx="11430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5663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DUS (Düsseldorf) ist der EINZIGE Flughafen mit Direktverbindung nach Lissabon — Eurowings &amp; TAP Air Portugal fliegen täglich non-stop.  DTM &amp; FMO erfordern Umsteigen (8h+ Gesamtreisezeit).  Buchen: eurowings.com · kayak.com · Hin &amp; Zurück Ø ~€170–190 p.P.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046720" y="5788152"/>
            <a:ext cx="3749040" cy="77724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0" y="58064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 &amp; Zurück · 4 Personen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046720" y="6080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€640 – €760 gesamt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UNTERKUNFT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lisbon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Bairro Alto / São Roque — 2-Zimmer-Wohnung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2 Schlafzimmer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2 Bäder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Balkon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4 Gäste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Zentrallage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Klimaanlage ✓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Bairro Alto — direkt im Herz der 200+ Bars, Pink Street 10 Fußminuten entfernt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PREISE  (30. Okt. – 2. Nov., 3 Nächte)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Nacht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~€130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Nächte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~€390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Reinigung &amp; Gebühren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 für 4 Pers.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~€450–480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7" name="Text 33">
            <a:hlinkClick r:id="rId3" tooltip="Airbnb öffnen — 30. Okt.–2. Nov., 4 Gäste, 2 SZ"/>
          </p:cNvPr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3" invalidUrl="" action="" tgtFrame="" tooltip="Airbnb öffnen — 30. Okt.–2. Nov., 4 Gäste, 2 S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🔍  Airbnb: Lissabon durchsuchen  →</a:t>
            </a:r>
            <a:endParaRPr lang="en-US" sz="1500" dirty="0"/>
          </a:p>
        </p:txBody>
      </p:sp>
      <p:sp>
        <p:nvSpPr>
          <p:cNvPr id="38" name="Text 34">
            <a:hlinkClick r:id="rId4" tooltip="Alternative Suche öffnen"/>
          </p:cNvPr>
          <p:cNvSpPr/>
          <p:nvPr/>
        </p:nvSpPr>
        <p:spPr>
          <a:xfrm>
            <a:off x="5394960" y="5276088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u="sng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Alternative Suche öffne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📍 Alternativ in Chiado suchen: airbnb.com/s/Chiado--Lisbon (2 SZ, 4 Gäste, gleiche Daten)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394960" y="5577840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Halloween-Wochenende ist schnell ausgebucht — jetzt klicken &amp; buchen!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TAGESPROGRAMM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1 — DO., 30. OKT.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Ankunftstag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EW9602 landet LIS 12:20 · Einchecken in Bairro Alto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Stadtführung 15:30 @ Praça do Comércio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(2,5h, Trinkgeld €10–15 · Baixa, Alfama, Aussichtspunkte)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  Abendessen: Petiscos bei Tasca do Chico ab 20 Uhr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Bairro Alto Kneipenbummel: 200+ Bars, €2–3 Bier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Start @ Park Bar (Dachterrasse) → Pavilhão Chinês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2 — FR., 31. OKT. 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HALLOWEEN-NACHT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Kochkurs Cooking Lisbon ab 9:30 Uhr (4h, €110 p.P.)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Mercado 31 de Janeiro · 3-Gang-Menü + Wein inklusive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Buchung: cookinglisbon.com/market-tour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🕙  Halloween-Kneipentour 22 Uhr · €28 p.P.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Treffpkt.: Praça Luís de Camões · 3 Bars · 1h offene Bar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Shots · Kostüm-Wettbewerb · VIP-Clubeintritt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 Ab 1 Uhr: Brunch Electronik Halloween Special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319125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Pavilhão Carlos Lopes · Chris Liebing B2B Luke Slater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3 — SA., 1. NOV.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Erkunden &amp; Entspannen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 Ausschlafen — Pastéis de Nata bei Pasteis de Belém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🚋  Straßenbahn 28: malerische Fahrt durch Alfama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Cerveja Musa Craft-Brauerei, Mouraria (lokale IPAs)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🌇  Miradouro da Graça: bester Sonnenuntergangs-Aussichtsp.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 Fado-Abend: Tasca do Chico oder Zé da Viola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Pink Street Nacht: Pensão Amor + Music Box · Lux Frágil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4 — SO., 2. NOV.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Abreisetag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Morgen-Kaffee @ A Brasileira, Chiado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Kurzer Besuch Castelo de São Jorge (optional)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Ginjinha-Likör, Sardinenkonserven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 Transfer zum Flughafen (45 Min. einplanen)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EW9603  18:00 LIS → 21:50 DUS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Kneipentour: eventbrite.co.uk/e/1981093800888  ·  Kochkurs: cookinglisbon.com/booking  ·  Stadtführung: neweuropetours.eu/lisbon  ·  Lux Frágil: luxfragil.com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 — KOSTENÜBERSICHT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Posten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p.P.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×4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Hin- und Rückflug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 EW9602/9603  DUS ↔ LIS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Bairro Alto — 3 Nächte (inkl. Gebühren)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Halloween-Kneipentour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Haunts — Chiado (31. Okt.)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Kochkurs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Lisbon — Markt + 3-Gang-Menü + Wein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Stadtführung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Praça do Comércio (Trinkgeld)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 (3 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Mahlzeiten, Petiscos, Pastéis — Ø €15–25/Mahlzeit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Getränke &amp; Ausgehen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Bairro Alto + Pink Street + Clubs (3 Nächte)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Sonstiges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Bolt/Uber, Trinkgelder,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GESAMTSCHÄTZUNG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Lissabon, 30. Okt. – 2. Nov.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~€735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~€2.940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Budgetrahmen: €600–900 p.P. je nach Partylust.  Bier ab €2–3, Supermarkt-Runs helfen sparen.  Clubs (Lux Frágil, Brunch Electronik) kosten je ~€20–30 extra.  Leitungswasser in Restaurants gratis.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 REISEZIEL 2 — SOFIA, BULGARIEN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pic>
        <p:nvPicPr>
          <p:cNvPr id="6" name="Image 0" descr="/home/user/Excelhaus/halloween_trip/sofia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Günstigstes Ziel — €1 Bier &amp; Vitosha-Bergblick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Vitosha Blvd · Yalta Club · Alexander-Nevsky-Kathedrale · Studentski Grad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~2h 30m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 DUS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 – €2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(günstigstes Eu.!)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10–14°C 🧥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 Oktober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ca.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~€520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Yalta · Sin City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Ab Flughafen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DUS direkt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(Bulgaria Air/Ryanair)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Sofia ist mit Abstand das günstigste Ziel — ein Bier kostet €1–2, Abendessen in einem guten Restaurant ~€8–12. Die bulgarische Hauptstadt überrascht mit einer lebhaften Ausgehszene rund um den Vitosha Boulevard und den Studentenvierteln. Im Hintergrund: das Vitosha-Gebirge, direkt an der Stadtgrenze. Die Alexander-Nevsky-Kathedrale leuchtet nachts golden — perfekte Halloween-Kulisse.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 SOFIA — FLÜGE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HINFLUG: Deutschland → SOF (Sofia)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Empfohlen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Morgens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~€80–120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~€320–480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Ryanair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~€50–90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~€200–360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Vorabend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~€90–130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~€360–520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Wizz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(W6)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~€40–80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~€160–320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71246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RÜCKFLUG: SOF (Sofia) → Deutschland (2. Nov.)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050792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Strecke &amp; Datum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Abflug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Ankunft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Dauer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Preis p.P.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 / Ryanair  (SOF→DUS)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→ DUS  /  2. Nov.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~€60–100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~€240–400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5010912"/>
            <a:ext cx="11430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5663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DUS (Düsseldorf) → SOF (Sofia): Direktflüge mit Bulgaria Air und Ryanair.  Flughafen Sofia liegt 10 km östlich vom Zentrum — Metro Linie M1 (€0,80, 20 Min.) direkt ins Zentrum.  Buchen: bulgariaair.com · ryanair.com · wizzair.com · skyscanner.de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046720" y="5788152"/>
            <a:ext cx="3749040" cy="77724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0" y="58064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 &amp; Zurück · 4 Personen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046720" y="6080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€320 – €560 gesamt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 SOFIA — UNTERKUNFT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pic>
        <p:nvPicPr>
          <p:cNvPr id="6" name="Image 0" descr="/home/user/Excelhaus/halloween_trip/sofia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sofia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Vitosha Blvd / Zentrum — 2-Zi.-Wohnung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2 Schlafzimmer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2 Bäder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Balkon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4 Gäste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Klimaanlage ✓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 Vitosha-Blick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Vitosha Blvd / Stadtzentrum — direkt an der besten Bar-Meile, 10 Min. zu Fuß zur Kathedrale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PREISE  (30. Okt. – 2. Nov., 3 Nächte)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Nacht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Nächte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~€180–240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Reinigung &amp; Gebühren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~€30–50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 für 4 Pers.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~€210–290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~€53–73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37" name="Text 33">
            <a:hlinkClick r:id="rId3" tooltip="Airbnb öffnen — 30. Okt.–2. Nov., 4 Gäste, 2 SZ"/>
          </p:cNvPr>
          <p:cNvSpPr/>
          <p:nvPr/>
        </p:nvSpPr>
        <p:spPr>
          <a:xfrm>
            <a:off x="5303520" y="4599432"/>
            <a:ext cx="667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3" invalidUrl="" action="" tgtFrame="" tooltip="Airbnb öffnen — 30. Okt.–2. Nov., 4 Gäste, 2 S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🔍  Airbnb: Sofia durchsuchen  →</a:t>
            </a:r>
            <a:endParaRPr lang="en-US" sz="1500" dirty="0"/>
          </a:p>
        </p:txBody>
      </p:sp>
      <p:sp>
        <p:nvSpPr>
          <p:cNvPr id="38" name="Text 34">
            <a:hlinkClick r:id="rId4" tooltip="Alternative Suche öffnen"/>
          </p:cNvPr>
          <p:cNvSpPr/>
          <p:nvPr/>
        </p:nvSpPr>
        <p:spPr>
          <a:xfrm>
            <a:off x="5394960" y="5276088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u="sng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Alternative Suche öffne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📍 Alternativ im Studentenviertel suchen: airbnb.com/s/Studentski-Grad--Sofia (lebhafter, günstiger)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394960" y="5577840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Halloween-Wochenende ist schnell ausgebucht — jetzt klicken &amp; buchen!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 SOFIA — TAGESPROGRAMM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1 — DO., 30. OKT.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Ankunftstag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Landet SOF ~11:00 · Metro M1 ins Zentrum (€0,80!)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Einchecken in der Vitosha-Nähe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Free Tour 14:30 @ Alexander-Nevsky-Platz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Kathedrale, Präsidentenpalast, Rotunde Sveti Georgi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Erste Biere am Vitosha Blvd: €1–2 pro Bier (kein Tippfehler!)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Erste Nacht: Vitosha Blvd Bars &amp; Lounge-Cafés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2 — FR., 31. OKT. 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HALLOWEEN-NACHT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  Morgens: Vitosha-Berg Wanderung (Bus/Gondel ab Stadtrand)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Bergblick über ganz Sofia — kostenloser Nationalpark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Bulgarischer Kochkurs 15:00 Uhr (3h, ~€45 p.P.)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Shopska-Salat + Moussaka + Rakija-Verkostung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 Halloween Kneipentour ab 22 Uhr · ~€15 p.P.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Studentski Grad: Sin City · Yalta Club · Mixtape 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Clubs bis 5 Uhr morgens · €1 Bier die ganze Nacht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3 — SA., 1. NOV.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Erkunden &amp; Ausgehen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 Alexander-Nevsky-Kathedrale innen (kostenlos, atemberaubend)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 Nationales Historisches Museum (optional)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  Weiblicher Markt (Ženski Pazar): lokales Essen &amp; Gewürze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  Abendessen: Mehana-Restaurant — Schopska + Bier €8 gesamt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Letzte Nacht: Lozenets-Viertel Bars oder Yalta-Club-Afterparty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TAG 4 — SO., 2. NOV.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Abreisetag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Banitsa (bulgarisches Blätterteig-Gebäck) zum Frühstück (€0,50)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Rosen-Öl, Rakija, Mamarnitsa (Glücksbringer)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🚇  Metro M1 zum Flughafen (€0,80, 20 Min.)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Bulgaria Air / Ryanair SOF → DUS (Nachmittag)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Kneipentour: eventbrite.com → "Sofia Halloween Bar Crawl"  ·  Kochkurs: cookly.app → "Sofia Cooking Class"  ·  Stadtführung: neweuropetours.eu/sofia  ·  Yalta Club: yaltaclub.com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 SOFIA — KOSTENÜBERSICHT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8C52E8"/>
          </a:solidFill>
          <a:ln w="12700">
            <a:solidFill>
              <a:srgbClr val="8C52E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Posten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p.P.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Gesamt ×4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Hin- und Rückflug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 / Ryanair  DUS ↔ SOF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Zentrum — 3 Nächte (inkl. Gebühren)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Kneipentour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Crawl Sofia (31. Okt.)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Kochkurs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Bulgarische Küche — Moussaka + Rakija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Stadtführung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Alexander-Nevsky (Trinkgeld)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 (3 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Mehana, Banitsa, Markt — Ø €10–15/Mahlzeit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Getränke &amp; Ausgehen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Vitosha Blvd + Clubs (€1 Bier, 3 Nächte)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Sonstiges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Metro, Uber,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GESAMTSCHÄTZUNG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Sofia, 30. Okt. – 2. Nov.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C52E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~€510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~€2.040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16213E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GÜNSTIGSTES ZIEL überhaupt: €1–2 Bier, €8 Abendessen, €0,80 Metro!  Budgetrahmen: €400–650 p.P.  Ideal wenn Ihr nach dem letzten Trip die Kasse schonen wollt — ohne auf Spaß zu verzichten.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⚔️  DIREKTVERGLEICH — LISSABON vs. SOFIA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29000" y="777240"/>
            <a:ext cx="4160520" cy="512064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777240"/>
            <a:ext cx="4160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LISSABON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80960" y="777240"/>
            <a:ext cx="4160520" cy="512064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777240"/>
            <a:ext cx="4160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SOFIA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4320" y="13258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3258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p.P.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9000" y="13258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325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~€735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680960" y="13258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1325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~€510  💸 Günstigster!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7830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7830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17830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1783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10m  ab DUS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0" y="17830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783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~2h 30m  ab DUS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2402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240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🛫 Flughafen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29000" y="22402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2240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— Eurowings / TAP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0960" y="22402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240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— Bulgaria Air / Ryanair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6974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6974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Bierpreis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26974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2697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€2–3  (Super Bock / Sagres)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80960" y="26974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0" y="2697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€1–2  (günstigstes Eu. 🏆)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1546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1546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 Ende Okt.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29000" y="31546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0440" y="3154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17–22°C  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680960" y="31546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3154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10–14°C  🧥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36118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6118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Halloween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29000" y="36118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20440" y="3611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Clubs bis 6 Uhr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680960" y="36118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0" y="3611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Yalta · Sin City bis 5h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40690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690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Viertel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429000" y="40690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20440" y="4069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· Pink Street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680960" y="40690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40690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Vitosha Blvd · Studentski Grad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74320" y="45262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526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Highlight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29000" y="45262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20440" y="4526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Fado · Atlantik-Charme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680960" y="45262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0" y="4526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Alexander-Nevsky · Vitosha-Berg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74320" y="4983480"/>
            <a:ext cx="310896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9834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Kochkurs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429000" y="49834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520440" y="4983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€110 p.P.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680960" y="4983480"/>
            <a:ext cx="4160520" cy="457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49834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~€45 p.P.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74320" y="5440680"/>
            <a:ext cx="310896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65760" y="54406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Unterkunft p.P.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429000" y="54406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520440" y="5440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7680960" y="5440680"/>
            <a:ext cx="416052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72400" y="54406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~€53–73  (3× günstiger!)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74320" y="5897880"/>
            <a:ext cx="310896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5760" y="58978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Stärke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3429000" y="5897880"/>
            <a:ext cx="416052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520440" y="5897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Nightlife-Weltklasse + Wärme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680960" y="5897880"/>
            <a:ext cx="416052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5897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Extremes Budget + Überraschung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TRIP HALL OF FAME — DIE LEGENDE WÄCHST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326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E8C8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9326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9326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C8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🇱🇻  2021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8600" y="13898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3017520" cy="22860"/>
          </a:xfrm>
          <a:prstGeom prst="rect">
            <a:avLst/>
          </a:prstGeom>
          <a:solidFill>
            <a:srgbClr val="E8C85A"/>
          </a:solidFill>
          <a:ln w="12700">
            <a:solidFill>
              <a:srgbClr val="E8C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8470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Bier: €0,80 — ewiger Rekord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" y="23591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Clubs bis 7 Uhr morgens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28712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Günstigster Trip aller Zeiten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03320" y="9326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5A8F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03320" y="9326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9326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8F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🇬🇷  2022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13898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ATHEN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840480" y="1810512"/>
            <a:ext cx="3017520" cy="22860"/>
          </a:xfrm>
          <a:prstGeom prst="rect">
            <a:avLst/>
          </a:prstGeom>
          <a:solidFill>
            <a:srgbClr val="5A8FE8"/>
          </a:solidFill>
          <a:ln w="12700">
            <a:solidFill>
              <a:srgbClr val="5A8F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18470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Dachbar mit Akropolis-Blick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94760" y="23591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🐟 Ouzo-Entscheidung: bereut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794760" y="28712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A8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Wärmster Trip bisher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36758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E85A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" y="36758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36758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5A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🇦🇱  2023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228600" y="41330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TIRANA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65760" y="4553712"/>
            <a:ext cx="3017520" cy="22860"/>
          </a:xfrm>
          <a:prstGeom prst="rect">
            <a:avLst/>
          </a:prstGeom>
          <a:solidFill>
            <a:srgbClr val="E85A5A"/>
          </a:solidFill>
          <a:ln w="12700">
            <a:solidFill>
              <a:srgbClr val="E85A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5902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🥘 Bestes Essen: unerwartet gut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0040" y="51023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Barkeeper wurde Freund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20040" y="56144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Geheimtipp des Jahres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03320" y="3675888"/>
            <a:ext cx="3291840" cy="2578608"/>
          </a:xfrm>
          <a:prstGeom prst="rect">
            <a:avLst/>
          </a:prstGeom>
          <a:solidFill>
            <a:srgbClr val="16213E"/>
          </a:solidFill>
          <a:ln w="12700">
            <a:solidFill>
              <a:srgbClr val="A55A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3675888"/>
            <a:ext cx="3291840" cy="420624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03320" y="36758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55A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🇷🇸  2024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703320" y="41330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BELGRAD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840480" y="4553712"/>
            <a:ext cx="3017520" cy="22860"/>
          </a:xfrm>
          <a:prstGeom prst="rect">
            <a:avLst/>
          </a:prstGeom>
          <a:solidFill>
            <a:srgbClr val="A55AE8"/>
          </a:solidFill>
          <a:ln w="12700">
            <a:solidFill>
              <a:srgbClr val="A55A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94760" y="45902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⛵ Splavovi-Clubs am Fluss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794760" y="51023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🌄 Heimkehr beim Sonnenaufgang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794760" y="56144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A55A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Wildeste Nacht aller Zeiten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223760" y="914400"/>
            <a:ext cx="4709160" cy="5742432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3760" y="914400"/>
            <a:ext cx="4709160" cy="54864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3760" y="91440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2025  ·  NEXT STOP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223760" y="1536192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🎃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7360920" y="2249424"/>
            <a:ext cx="4434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 #5 — DIE WAHL IST GEFALLEN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406640" y="2761488"/>
            <a:ext cx="4343400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0" y="2761488"/>
            <a:ext cx="4343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LISSABON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406640" y="3328416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Nightlife-Hauptstadt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Atlantiks · 17–22°C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406640" y="4023360"/>
            <a:ext cx="4343400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8C52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6640" y="4023360"/>
            <a:ext cx="4343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C52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🇧🇬  SOFIA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406640" y="4590288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Günstigstes Ziel: €1 Bier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Vitosha · Clubs · Kathedrale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5431536"/>
            <a:ext cx="4434840" cy="2286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15200" y="5486400"/>
            <a:ext cx="4526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 31. Oktober 2025 = FREITAG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15200" y="5961888"/>
            <a:ext cx="4526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Trip unvergessen — Trip 5 wird der Beste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Halloween-Trip 2025 – Lissabon vs. Sofia</dc:title>
  <dc:subject>PptxGenJS Presentation</dc:subject>
  <dc:creator>Halloween-Trip 2025</dc:creator>
  <cp:lastModifiedBy>Halloween-Trip 2025</cp:lastModifiedBy>
  <cp:revision>1</cp:revision>
  <dcterms:created xsi:type="dcterms:W3CDTF">2026-05-28T20:53:20Z</dcterms:created>
  <dcterms:modified xsi:type="dcterms:W3CDTF">2026-05-28T20:53:20Z</dcterms:modified>
</cp:coreProperties>
</file>