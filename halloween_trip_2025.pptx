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xcelhaus/halloween_trip/titl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64008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🎃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457200" y="141732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8C00"/>
                </a:solidFill>
                <a:effectLst>
                  <a:glow rad="152400">
                    <a:srgbClr val="FF8C00">
                      <a:alpha val="50000"/>
                    </a:srgbClr>
                  </a:glow>
                </a:effectLst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HALLOWEEN TRIP 2025</a:t>
            </a:r>
            <a:endParaRPr lang="en-US" sz="6200" dirty="0"/>
          </a:p>
        </p:txBody>
      </p:sp>
      <p:sp>
        <p:nvSpPr>
          <p:cNvPr id="7" name="Text 4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Oct 30 – Nov 2  ·  4 Guys  ·  European Capital  ·  Halloween Mayhem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828800" y="3383280"/>
            <a:ext cx="8531352" cy="548640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28800" y="338328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conquered:   ✓ Riga   ✓ Athens   ✓ Tirana   ✓ Belgrade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420624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NEW DESTINATIONS — LET'S VOTE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1371600" y="4983480"/>
            <a:ext cx="3931920" cy="6400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49834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85432" y="4983480"/>
            <a:ext cx="3931920" cy="6400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85432" y="49834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BUDAPEST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303520" y="4983480"/>
            <a:ext cx="1581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0" y="594360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 from DUS · FMO · DTM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DESTINATION 1 — LISBON, PORTUGAL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Nightlife Capital of the Atlantic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 ·  Pink Street  ·  Alfama Fado  ·  Castelo de São Jorge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Flight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3h 10m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DUS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Beer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 – €3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per pint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Weather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17–22°C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 October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Trip est.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~€620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World-class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Fly from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DUS only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(Eurowings)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Lisbon delivers warm Atlantic charm with some of Europe's cheapest, most vibrant nightlife. Bairro Alto bursts with 200+ bars from midnight. Pink Street clubs rage until dawn. The city fully embraces Halloween — pub crawls, costumed crowds, and massive club events. Late-October weather means terrace drinking in a t-shirt.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FLIGHTS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OUTBOUND: Germany → Lisbon (LIS)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920240"/>
                <a:gridCol w="1097280"/>
                <a:gridCol w="1097280"/>
                <a:gridCol w="1097280"/>
                <a:gridCol w="13716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 morning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Bird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Eve. before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29 evening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 Portugal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10m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€150–180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€600–720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8862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RETURN: Lisbon → Germany (Nov 2)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224528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371600"/>
                <a:gridCol w="1371600"/>
                <a:gridCol w="1371600"/>
                <a:gridCol w="16459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EW9603 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 → DUS  /  Nov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21:50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50m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4919472"/>
            <a:ext cx="11430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96519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DUS (Düsseldorf) is the ONLY airport with direct Lisbon service — Eurowings &amp; TAP Air Portugal operate daily non-stop routes.  DTM &amp; FMO require connections (8h+ total).  •  Book via eurowings.com or kayak.com  •  Round-trip average: ~€170–190pp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229600" y="5669280"/>
            <a:ext cx="3566160" cy="82296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0" y="568756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Trip · 4 Persons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0" y="596188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€640 – €760 total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ACCOMMODATION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lisbon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Bairro Alto / São Roque  —  2 Bedroom Apartment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 2 Bedrooms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 2 Bathrooms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Balcony 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Sleeps 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Central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 A/C  ✓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Bairro Alto — steps from 200+ bars, Cervejaria Ramiro, Pink Street (10 min walk)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 (Oct 30 – Nov 2, 3 nights)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night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~€130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nights subtotal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~€390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+ fees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for 4 persons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~€450–480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47548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440680" y="4599432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airbnb.com/rooms/26081783  (Bairro Alto / São Roque — verify availability)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5394960" y="516636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"Garrett 48" in Chiado — terrace, 2BR, ~€100–130/night → airbnb.com/rooms/1016061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5394960" y="55321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Book immediately — Halloween weekend sells out weeks in advance!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DAY-BY-DAY ITINERARY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 — THU Oct 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Day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EW9602 lands LIS 12:20 · Check into Bairro Alto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Free Tour: 3:30 PM @ Praça do Comércio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(2.5h, pay €10–15 tip · covers Baixa, Alfama, miradouros)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  Dinner: Petiscos at Tasca do Chico ~8 PM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Bairro Alto bar crawl: 200+ bars, €2–3 beers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Start @ Park Bar (rooftop) → Pavilhão Chinês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 — FRI Oct 31 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NIGHT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Cooking Lisbon Market Tour 9:30 AM (4h, €110pp)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Mercado 31 de Janeiro · 3-course meal + wine included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Book: cookinglisbon.com/market-tour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🕙  Halloween Haunts Pub Crawl 10 PM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Meet: Praça Luís de Camões, Chiado · €28pp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 bars · 1h open bar · shots · VIP club entry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 After 1 AM: Brunch Electronik Halloween Special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319125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Pavilhão Carlos Lopes · Chris Liebing B2B Luke Slater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— SAT Nov 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Explore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 Late start — hangover pastel de nata @ Pasteis de Belém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🚋  Tram 28: scenic ride through Alfama to Castelo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Cerveja Musa craft brewery, Mouraria (local IPA)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🌇  Miradouro da Graça for sunset views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 Fado dinner: Tasca do Chico or Zé da Viola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Pink Street night out: Pensão Amor + Music Box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" y="58064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Lux Frágil riverside club (open till 6 AM)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4 — SUN Nov 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 Day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Morning coffee @ A Brasileira café, Chiado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Quick visit: Castelo de São Jorge (optional)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ginjinha liqueur, tinned fish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 Transfer to DUS airport (allow 45 min to airport)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EW9603  18:00 LIS → 21:50 DUS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Pub Crawl ticket: eventbrite.co.uk/e/1981093800888  ·  Cooking class: cookinglisbon.com/booking  ·  Free tour: neweuropetours.eu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COST SUMMARY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Item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 Person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× 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Flights (return)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 EW9602/9603  DUS ↔ LIS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Accommodation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Bairro Alto — 3 nights (inc. fees)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Pub Crawl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Haunts — Chiado (Oct 31)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Lisbon — Market Tour + 3-course meal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Walking 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Praça do Comércio (tip)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(3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Meals, petiscos, pastéis — avg €15–25/meal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Drinks &amp; Nightlife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Bairro Alto + Pink Street + clubs (3 nights)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Misc (transport, tips)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Bolt rides, Uber,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TOTAL ESTIMATE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Lisbon, Oct 30 – Nov 2,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~€735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~€2,940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961888"/>
            <a:ext cx="11247120" cy="621792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980176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Budget range: €600 – €900pp depending on party intensity.  Beer at €2–3 and supermarket runs keep costs low.  Clubs (Lux Frágil, Brunch Electronik) add €20–30 each.  Tap water is drinkable and free in most restaurants.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DESTINATION 2 — BUDAPEST, HUNGARY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pic>
        <p:nvPicPr>
          <p:cNvPr id="6" name="Image 0" descr="/home/user/Excelhaus/halloween_trip/budapest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Ruin Bar Capital of the World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VII  ·  Szimpla Kert  ·  Thermal Baths  ·  Parliament at Night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Flight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1h 45m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DTM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Beer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€1.25–4.50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per pint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Weather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5–12°C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 October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Trip est.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~€550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Ruin Bar Gold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Fly from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DTM or DUS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(Wizz/Eurowings)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Budapest is Europe's undisputed ruin bar capital — abandoned courtyards turned into labyrinthine multi-room bars open till 6 AM. At Halloween, District VII goes completely wild with costumes, themed events at every venue, and zero cover charges. The city is 30–40% cheaper than Lisbon. Thermal baths the morning after? Genuinely spectacular.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BUDAPEST — FLIGHTS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OUTBOUND: Germany → Budapest (BUD)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Eve. Oct 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W62292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Wizz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DTM → BUD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29 evening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W62292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Wizz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DTM → BUD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 slot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 +1h45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Alt: DUS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BUD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29 evening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50m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DUS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BUD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 early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45m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9776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RETURN: Budapest → Germany (Nov 2)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15968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W62291  Wizz Air  (BUD→DTM)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 → DTM  /  Nov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1h 55m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4974336"/>
            <a:ext cx="11430000" cy="59436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10912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ADVANTAGE: Both DTM (Dortmund) AND DUS (Düsseldorf) have direct Budapest service — far more flexibility than Lisbon.  Wizz Air from DTM is cheapest.  Eurowings from DUS offers more schedule options.  Book at wizzair.com or eurowings.com  ·  Compare on skyscanner.net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772400" y="5669280"/>
            <a:ext cx="4023360" cy="82296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0" y="568756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Trip · 4 Persons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772400" y="5961888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€500 – €560 total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BUDAPEST — ACCOMMODATION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pic>
        <p:nvPicPr>
          <p:cNvPr id="6" name="Image 0" descr="/home/user/Excelhaus/halloween_trip/budapest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budapest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District VII — 2 Bedroom · Balcony · Opera 10 min walk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 2 Bedrooms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 1 Bathroom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Balcony 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Sleeps 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 A/C  ✓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 Ruin Bars 5min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District VII (Erzsébetváros) — steps from Szimpla Kert, Instant-Fogas, Mazel Tov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 (Oct 30 – Nov 2, 3 nights)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night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~€100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nights subtotal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~€300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+ fees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~€50–70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for 4 persons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~€350–370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~€88–93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47548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440680" y="4599432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airbnb.com/rooms/34669674  (District VII — Andrássy Avenue area, balcony)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5394960" y="516636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"Cozy 2-BR Budapest Broadway AC/Balcony" → airbnb.com/rooms/40916878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5394960" y="55321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Book immediately — Halloween weekend in Budapest sells out months ahead!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BUDAPEST — DAY-BY-DAY ITINERARY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 — WED Oct 29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(Evening)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W62292 lands BUD 17:55 from DTM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Check in District VII apartment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 Dinner: Goulash at Menza or Hungarikum Bisztro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First ruin bar: Szimpla Kert (Kazinczy u. 14)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original (2002) — iconic labyrinthine courtyard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Beer: Dreher Classic ~€3 · Open till 4 AM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 — THU Oct 30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Bath Day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TripToBudapest Free Walking Tour 10 AM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Erzsébet tér (look for blue FREE TOUR flag) · 2.5h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🛁  Széchenyi Thermal Bath afternoon (€30pp)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18 pools, outdoor thermal · open till 10 PM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Mazel Tov bar (Akácfa u. 47) dinner + drinks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Instant-Fogas complex (Akácfa u. 51)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18 bars + 7 dance floors · open till 6 AM · FREE entry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— FRI Oct 31 🎃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NIGHT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Chefparade Hungarian Cooking Class (3h, €105pp)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Hands-on goulash + stuffed cabbage + chimney cake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Book: cookingbudapest.com  · Group max 12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🕙  Original Halloween Pub Crawl 9:30 PM · €19pp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Meet: Király utca 56 · guide with umbrella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Free shots + costume contest + VIP club entry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8064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 After: International Halloween Madness @ Akvárium Klub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" y="60716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 dance floors, 2,500 people · pre-sale €15–18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4 — SAT Nov 1 → Nov 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+ Depart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 Heroes' Square + Vajdahunyad Castle (free)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Great Market Hall: paprika, pálinka, lángos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Great ruin bar bar afternoon: Ötkert outdoor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Optional: Rudas Night Bath 10 PM – 3 AM (€37)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093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 NOV 2: W62291 departs BUD 10:40 → DTM 12:35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09360" y="58064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Bolt taxi to BKK airport (30 min, ~€15)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Pub Crawl: originalberlintours.com/budapest-halloween  ·  Cooking: cookingbudapest.com  ·  Free tour: triptobudapest.hu  ·  Thermal: szechenyibath.hu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BUDAPEST — COST SUMMARY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Item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 Person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× 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Flights (return)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Wizz Air W62292/W62291  DTM ↔ BUD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Accommodation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District VII — 3 nights (inc. fees)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Pub Crawl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Halloween Pub Crawl (Oct 31)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Chefparade — Hungarian goulash + chimney cake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Thermal Bath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Széchenyi — all-day thermal (Oct 30)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Walking 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TripToBudapest — Erzsébet tér (tip)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(3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Goulash, lángos, chimney cakes — avg €10–20/meal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Drinks &amp; Nightlife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Ruin bars + clubs (3 nights) — very cheap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Misc (transport, tips)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Bolt rides, Budapest GO transit card,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TOTAL ESTIMATE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Budapest, Oct 29 – Nov 2,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~€623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~€2,492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609904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Budget range: €500–750pp.  Ruin bars = NO cover charge most nights.  Beers from €1.25 (pub) to €4.50 (ruin bar).  Optional Rudas Night Bath (€37) or Akvárium Klub Halloween event (+€15–18) are add-ons.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xcelhaus/halloween_trip/comparis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2000" cy="65836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73152"/>
            <a:ext cx="114300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SIDE-BY-SIDE COMPARISON  —  WHERE ARE WE GOING?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566160" y="749808"/>
            <a:ext cx="3749040" cy="530352"/>
          </a:xfrm>
          <a:prstGeom prst="rect">
            <a:avLst/>
          </a:prstGeom>
          <a:solidFill>
            <a:srgbClr val="0F3460">
              <a:alpha val="90000"/>
            </a:srgbClr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566160" y="74980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452360" y="749808"/>
            <a:ext cx="3749040" cy="530352"/>
          </a:xfrm>
          <a:prstGeom prst="rect">
            <a:avLst/>
          </a:prstGeom>
          <a:solidFill>
            <a:srgbClr val="0F3460">
              <a:alpha val="90000"/>
            </a:srgbClr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52360" y="74980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BUDAPEST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74320" y="1371600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137160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Trip Cost (pp)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566160" y="137160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13716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~€735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452360" y="137160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0" y="13716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~€623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1787652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178765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Flight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566160" y="1787652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17876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10m · DUS only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52360" y="1787652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0" y="17876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 45m · DTM or DUS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4320" y="2203704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220370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🛫 Airport Choice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566160" y="2203704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611880" y="220370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only (Eurowings / TAP)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52360" y="2203704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498080" y="220370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 + DUS (Wizz + Eurowings)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4320" y="2619756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0040" y="261975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Beer Price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566160" y="2619756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11880" y="261975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 – €3 per pint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52360" y="2619756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261975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€1.25 – €4.50 per pint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74320" y="3035808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20040" y="303580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Late Oct Weather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566160" y="3035808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611880" y="303580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17–22°C ☀ T-shirt nights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52360" y="3035808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498080" y="303580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5–12°C 🧥 Jacket needed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74320" y="3451860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4518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Halloween Vibe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3566160" y="3451860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611880" y="345186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Pub crawl + big clubs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452360" y="3451860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498080" y="345186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⭐⭐⭐⭐⭐ District VII insanity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" y="3867912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20040" y="386791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Unique Feature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3566160" y="3867912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611880" y="38679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Street · Fado · Atlantic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7452360" y="3867912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498080" y="38679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Ruin Bars · Thermal Baths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274320" y="4283964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320040" y="428396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Nightlife Hours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3566160" y="4283964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611880" y="42839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till 2 AM · clubs till 6 AM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452360" y="4283964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498080" y="42839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Ruin bars till 6 AM · FREE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74320" y="4700016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20040" y="470001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🍴 Food Scene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3566160" y="4700016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3611880" y="470001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Petiscos · Bacalhau · €15–25/meal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7452360" y="4700016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7498080" y="470001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Goulash · Lángos · €10–20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274320" y="5116068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320040" y="511606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Pub Crawl</a:t>
            </a:r>
            <a:endParaRPr lang="en-US" sz="1050" dirty="0"/>
          </a:p>
        </p:txBody>
      </p:sp>
      <p:sp>
        <p:nvSpPr>
          <p:cNvPr id="67" name="Shape 64"/>
          <p:cNvSpPr/>
          <p:nvPr/>
        </p:nvSpPr>
        <p:spPr>
          <a:xfrm>
            <a:off x="3566160" y="5116068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611880" y="51160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Haunts · €28pp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7452360" y="5116068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498080" y="51160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BPT Crawl · €19pp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74320" y="5532120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320040" y="55321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Cooking Class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3566160" y="553212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3611880" y="553212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Cooking Lisbon · €110pp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452360" y="553212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498080" y="553212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Chefparade · €105pp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274320" y="5948172"/>
            <a:ext cx="320040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0040" y="594817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Our Verdict</a:t>
            </a:r>
            <a:endParaRPr lang="en-US" sz="1200" dirty="0"/>
          </a:p>
        </p:txBody>
      </p:sp>
      <p:sp>
        <p:nvSpPr>
          <p:cNvPr id="79" name="Shape 76"/>
          <p:cNvSpPr/>
          <p:nvPr/>
        </p:nvSpPr>
        <p:spPr>
          <a:xfrm>
            <a:off x="3566160" y="5948172"/>
            <a:ext cx="374904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3611880" y="594817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Warm, chic, world-class nightlife</a:t>
            </a:r>
            <a:endParaRPr lang="en-US" sz="1150" dirty="0"/>
          </a:p>
        </p:txBody>
      </p:sp>
      <p:sp>
        <p:nvSpPr>
          <p:cNvPr id="81" name="Shape 78"/>
          <p:cNvSpPr/>
          <p:nvPr/>
        </p:nvSpPr>
        <p:spPr>
          <a:xfrm>
            <a:off x="7452360" y="5948172"/>
            <a:ext cx="374904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7498080" y="594817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Cheapest, wildest, most unique</a:t>
            </a:r>
            <a:endParaRPr lang="en-US" sz="1150" dirty="0"/>
          </a:p>
        </p:txBody>
      </p:sp>
      <p:sp>
        <p:nvSpPr>
          <p:cNvPr id="83" name="Shape 80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Halloween Trip 2025 – Lisbon vs Budapest</dc:title>
  <dc:subject>PptxGenJS Presentation</dc:subject>
  <dc:creator>Halloween Trip 2025</dc:creator>
  <cp:lastModifiedBy>Halloween Trip 2025</cp:lastModifiedBy>
  <cp:revision>1</cp:revision>
  <dcterms:created xsi:type="dcterms:W3CDTF">2026-05-27T20:31:16Z</dcterms:created>
  <dcterms:modified xsi:type="dcterms:W3CDTF">2026-05-27T20:31:16Z</dcterms:modified>
</cp:coreProperties>
</file>